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838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Point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Computer Sales &amp; Accessories — a Data Structures &amp; Algorithms Project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Joseph  |  26MCAB01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B  |  Data Structures and Algorithmic Problem Solving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Dr. Abinaya S  |  KJIT  | 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73152" cy="4206240"/>
          </a:xfrm>
          <a:prstGeom prst="roundRect">
            <a:avLst>
              <a:gd name="adj" fmla="val 10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is a shop-style web app for buying computers and accessories — but its real purpose is to put every core data structure and algorithm to real, working use instead of leaving them as isolated exercises.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structures (linked list, stack, queue) — data entry &amp; processing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&amp; graph structures (BST, binary tree, graph + BFS) — categories &amp; relationships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sort (linear, binary, merge sort) — product discovery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— Budget based product recommendation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109728" cy="365760"/>
          </a:xfrm>
          <a:prstGeom prst="round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05840" y="14447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juggle stock, billing, walk-in customers and accessory advice — all tasks that map naturally to well-known data structures.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1481328"/>
            <a:ext cx="109728" cy="365760"/>
          </a:xfrm>
          <a:prstGeom prst="round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629400" y="14447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20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basic tools give slow product lookups, no organised sales record, and no structured budget-based suggestions.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813048"/>
            <a:ext cx="109728" cy="365760"/>
          </a:xfrm>
          <a:prstGeom prst="round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05840" y="37764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the System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app that stores data properly, searches/sorts fast, and recommends accessories within budget.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6118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0" y="3813048"/>
            <a:ext cx="109728" cy="365760"/>
          </a:xfrm>
          <a:prstGeom prst="round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629400" y="37764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Overview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+ SQLite app where each shop function is powered by a specific data structure or algorithm.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2926080"/>
          </a:xfrm>
          <a:prstGeom prst="roundRect">
            <a:avLst>
              <a:gd name="adj" fmla="val 2500"/>
            </a:avLst>
          </a:prstGeom>
          <a:solidFill>
            <a:srgbClr val="141A45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188720" y="21945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computer accessory shops lack a structured way to manage their catalogue, sales history and customer flow — and have no systematic method for recommending accessories within a customer's budget.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4747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closes that gap by building a shop-management and recommendation app whose entire internal logic is built around standard data structures and algorithms — so every function is efficient and its behaviour can be clearly explained.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— Disadvantages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DED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Shops Work Today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sales &amp; customers tracked manually or with very basic tools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organised record of past sales/transactions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lookup is slow — no fast search or sorting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fair, ordered way to attend to waiting customers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way to suggest accessories within a budget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CE4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Resulting Disadvantages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9202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inefficient product searches as catalogue grows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 is hard to trace, review or total up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be served out of order, causing frustration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Budget-based recommendations are inconsistent or absent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or explainable logic behind decisions made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EAF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Point Approach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SQLite web app for products, sales &amp; customer queue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 built with a linked list; billing via a stack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queue handled FIFO with a queue structure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BST-indexed products with linear/binary search + merge sort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accessory picks via greedy, DP &amp; backtracking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DCF3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Advantages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9202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near O(log n) product lookup via BST/binary search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traceable sales record at all times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 fairly, in arrival order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suggestions compared: fast vs. mathematically optimal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explainable — backed by a known algorithm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linked list, stack &amp; queue for product, sales &amp; customer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134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binary tree, BST &amp; graph+BFS for categories &amp; relationships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7355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compare linear search, binary search and merge sort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80931" y="423367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 budget problem using greedy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93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everything into a single working web application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Data Structures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017520" cy="73152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full sales/transaction history — each sale is a new node (ID, customer, product, qty, total, date).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17720" y="1645920"/>
            <a:ext cx="3017520" cy="73152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61772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774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the billing expression (price × qty + tax − discount) using push/pop, LIFO style.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12480" y="1645920"/>
            <a:ext cx="3017520" cy="73152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41248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3774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customers waiting for staff — enqueued on arrival, served FIFO.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&amp; Graph Structures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EF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371600" y="1481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Tree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products into two branches per level (e.g. price threshold, then category).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EF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46520" y="1508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995160" y="1481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65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→ price order; Preorder → classification reports; Postorder → clear/rebuild tree.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EF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371600" y="3813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index keyed by ID — insert &amp; search in ~O(log n), no re-sorting needed.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6118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EF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46520" y="3840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995160" y="3813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+ BFS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links components/categories; BFS powers the Component Explorer.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&amp; Sorting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— searches products by brand/category name (unsorted text field)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— searches products by ID once sorted; O(log n) lookup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sorts listings by price, name or ID; steady O(n log n), divide-and-conquer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product page offers a search box and sort controls; Flask runs the right algorithm and returns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4805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05840" y="46177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fast, reliable product discovery — matched to the right technique for the field being searched.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Problem Solving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 w="1905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F443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accessory pick: repeatedly choose the best item that still fits the remaining budget. Fast, simple — select suitable products while staying within a budget.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34340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Programming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Knapsack: cost/value per accessory, budget as capacity — finds the truly best combination, slower than greedy.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13816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Backtracking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 Builder: tries component combinations, backing out on conflicts (socket/power), until a valid build is found or none exists.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Star: 4 Points 17">
            <a:extLst>
              <a:ext uri="{FF2B5EF4-FFF2-40B4-BE49-F238E27FC236}">
                <a16:creationId xmlns:a16="http://schemas.microsoft.com/office/drawing/2014/main" id="{A011F3A8-BFFE-4D82-37DF-601D4AACA98C}"/>
              </a:ext>
            </a:extLst>
          </p:cNvPr>
          <p:cNvSpPr/>
          <p:nvPr/>
        </p:nvSpPr>
        <p:spPr>
          <a:xfrm>
            <a:off x="2108718" y="4280886"/>
            <a:ext cx="354564" cy="298579"/>
          </a:xfrm>
          <a:prstGeom prst="star4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0292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292608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42316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Storage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292608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29260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34340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Ops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92608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26364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Sort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292608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38160" y="29260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18388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(Budget/PC)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829800" y="292608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0" y="29260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010412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to User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pipeline: capture → store → process through data structures → search/sort → algorithm (for budget &amp; PC-build features) → return result.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325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576072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783080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customer &amp; sales data entry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1783080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59152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359152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queue &amp; bill calculation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359152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/ Queue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11064240" cy="576072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2935224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935224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hierarchy &amp; ordered access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35224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/ BST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1129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511296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&amp; category relationships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511296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87368"/>
            <a:ext cx="11064240" cy="576072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" y="4087368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4087368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Browsing, filtering &amp; comparison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087368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Sorting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663440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4663440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suggestions &amp; PC build check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663440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5272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fields &amp; constraints for products, customers, sales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172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25272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Flask backend, project structure &amp; SQLite DB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8716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linked list, stack &amp; queue modules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560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722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48716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binary tree, BST &amp; graph + BFS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216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linear search, binary search &amp; merge sort to product listing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172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7216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greedy budget/PC modules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95604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frontend pages &amp; connect to backend routes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5029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17220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95604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modules individually, then integrated app; prepare report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web app for product browsing, billing, queueing &amp; sales history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implementations of linked list, stack, queue, tree &amp; graph structures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comparison of linear search, binary search &amp; merge sort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budget problem solved in — greedy algorithmic strategy.</a:t>
            </a:r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hands-on grasp of when and why each structure/algorithm fits a problem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JavaScript, HTML &amp; CSS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6868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43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5661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9224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43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Jinja2, Git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BST with a self-balancing tree (AVL) for consistent search speed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hashing-based index for even faster product lookup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DFS-based exploration alongside BFS and compare the two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SQLite to MySQL/PostgreSQL to scale beyond one shop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Point – DSA Project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Cormen et al., Introduction to Algorithms (MIT Press)  •  Python &amp; Flask official docs  •  Course lecture notes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Joseph  |  26MCAB01  |  MCA B  |  Faculty Guide: Dr. Abinaya 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1380</Words>
  <Application>Microsoft Office PowerPoint</Application>
  <PresentationFormat>Widescreen</PresentationFormat>
  <Paragraphs>214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Joseph</cp:lastModifiedBy>
  <cp:revision>2</cp:revision>
  <dcterms:created xsi:type="dcterms:W3CDTF">2026-09-02T01:15:32Z</dcterms:created>
  <dcterms:modified xsi:type="dcterms:W3CDTF">2026-09-01T12:11:28Z</dcterms:modified>
</cp:coreProperties>
</file>